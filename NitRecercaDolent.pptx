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990FA96-A549-447C-B597-79FBF4870289}" v="11" dt="2026-09-24T14:55:07.5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outlineView">
  <p:normalViewPr showOutlineIcons="0">
    <p:restoredLeft sz="34601" autoAdjust="0"/>
    <p:restoredTop sz="86375" autoAdjust="0"/>
  </p:normalViewPr>
  <p:slideViewPr>
    <p:cSldViewPr>
      <p:cViewPr varScale="1">
        <p:scale>
          <a:sx n="42" d="100"/>
          <a:sy n="42" d="100"/>
        </p:scale>
        <p:origin x="90" y="6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45000" cy="450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reia Isabel Ribera Turro" userId="6556bae6-df3e-4acf-aaf5-68c422a2c266" providerId="ADAL" clId="{11E1FD33-D423-465C-9FAD-D621F85E709B}"/>
    <pc:docChg chg="custSel addSld modSld">
      <pc:chgData name="Mireia Isabel Ribera Turro" userId="6556bae6-df3e-4acf-aaf5-68c422a2c266" providerId="ADAL" clId="{11E1FD33-D423-465C-9FAD-D621F85E709B}" dt="2026-09-24T14:55:07.547" v="34" actId="13244"/>
      <pc:docMkLst>
        <pc:docMk/>
      </pc:docMkLst>
      <pc:sldChg chg="addSp delSp modSp new mod">
        <pc:chgData name="Mireia Isabel Ribera Turro" userId="6556bae6-df3e-4acf-aaf5-68c422a2c266" providerId="ADAL" clId="{11E1FD33-D423-465C-9FAD-D621F85E709B}" dt="2026-09-24T14:51:46.638" v="17" actId="12788"/>
        <pc:sldMkLst>
          <pc:docMk/>
          <pc:sldMk cId="2265891841" sldId="256"/>
        </pc:sldMkLst>
        <pc:spChg chg="del">
          <ac:chgData name="Mireia Isabel Ribera Turro" userId="6556bae6-df3e-4acf-aaf5-68c422a2c266" providerId="ADAL" clId="{11E1FD33-D423-465C-9FAD-D621F85E709B}" dt="2026-09-24T14:48:38.184" v="2" actId="478"/>
          <ac:spMkLst>
            <pc:docMk/>
            <pc:sldMk cId="2265891841" sldId="256"/>
            <ac:spMk id="2" creationId="{EF2EFA20-EC69-5C84-A81A-2DD34A27C5DA}"/>
          </ac:spMkLst>
        </pc:spChg>
        <pc:spChg chg="del">
          <ac:chgData name="Mireia Isabel Ribera Turro" userId="6556bae6-df3e-4acf-aaf5-68c422a2c266" providerId="ADAL" clId="{11E1FD33-D423-465C-9FAD-D621F85E709B}" dt="2026-09-24T14:48:41.674" v="3" actId="478"/>
          <ac:spMkLst>
            <pc:docMk/>
            <pc:sldMk cId="2265891841" sldId="256"/>
            <ac:spMk id="3" creationId="{DFF74293-45BE-3FB7-A7DC-767966EB2EAF}"/>
          </ac:spMkLst>
        </pc:spChg>
        <pc:spChg chg="add mod">
          <ac:chgData name="Mireia Isabel Ribera Turro" userId="6556bae6-df3e-4acf-aaf5-68c422a2c266" providerId="ADAL" clId="{11E1FD33-D423-465C-9FAD-D621F85E709B}" dt="2026-09-24T14:51:36.381" v="16" actId="12788"/>
          <ac:spMkLst>
            <pc:docMk/>
            <pc:sldMk cId="2265891841" sldId="256"/>
            <ac:spMk id="4" creationId="{73FEB679-D503-423B-AE23-EFC344A71DA8}"/>
          </ac:spMkLst>
        </pc:spChg>
        <pc:spChg chg="add">
          <ac:chgData name="Mireia Isabel Ribera Turro" userId="6556bae6-df3e-4acf-aaf5-68c422a2c266" providerId="ADAL" clId="{11E1FD33-D423-465C-9FAD-D621F85E709B}" dt="2026-09-24T14:48:29.358" v="1"/>
          <ac:spMkLst>
            <pc:docMk/>
            <pc:sldMk cId="2265891841" sldId="256"/>
            <ac:spMk id="5" creationId="{17090ABE-A8E2-91A8-ABF4-A372070100EC}"/>
          </ac:spMkLst>
        </pc:spChg>
        <pc:picChg chg="add mod">
          <ac:chgData name="Mireia Isabel Ribera Turro" userId="6556bae6-df3e-4acf-aaf5-68c422a2c266" providerId="ADAL" clId="{11E1FD33-D423-465C-9FAD-D621F85E709B}" dt="2026-09-24T14:51:46.638" v="17" actId="12788"/>
          <ac:picMkLst>
            <pc:docMk/>
            <pc:sldMk cId="2265891841" sldId="256"/>
            <ac:picMk id="1025" creationId="{89755896-7F1D-FE5D-825D-773B9D1B1CFB}"/>
          </ac:picMkLst>
        </pc:picChg>
      </pc:sldChg>
      <pc:sldChg chg="addSp delSp modSp new mod setBg addAnim">
        <pc:chgData name="Mireia Isabel Ribera Turro" userId="6556bae6-df3e-4acf-aaf5-68c422a2c266" providerId="ADAL" clId="{11E1FD33-D423-465C-9FAD-D621F85E709B}" dt="2026-09-24T14:55:07.547" v="34" actId="13244"/>
        <pc:sldMkLst>
          <pc:docMk/>
          <pc:sldMk cId="2961188049" sldId="257"/>
        </pc:sldMkLst>
        <pc:spChg chg="mod ord">
          <ac:chgData name="Mireia Isabel Ribera Turro" userId="6556bae6-df3e-4acf-aaf5-68c422a2c266" providerId="ADAL" clId="{11E1FD33-D423-465C-9FAD-D621F85E709B}" dt="2026-09-24T14:55:07.547" v="34" actId="13244"/>
          <ac:spMkLst>
            <pc:docMk/>
            <pc:sldMk cId="2961188049" sldId="257"/>
            <ac:spMk id="2" creationId="{72DD55B3-61AC-378D-1099-F2A165725A92}"/>
          </ac:spMkLst>
        </pc:spChg>
        <pc:spChg chg="del">
          <ac:chgData name="Mireia Isabel Ribera Turro" userId="6556bae6-df3e-4acf-aaf5-68c422a2c266" providerId="ADAL" clId="{11E1FD33-D423-465C-9FAD-D621F85E709B}" dt="2026-09-24T14:53:29.950" v="30" actId="478"/>
          <ac:spMkLst>
            <pc:docMk/>
            <pc:sldMk cId="2961188049" sldId="257"/>
            <ac:spMk id="3" creationId="{DE6F750B-015D-EF86-10A5-3EBBF5173158}"/>
          </ac:spMkLst>
        </pc:spChg>
        <pc:spChg chg="add">
          <ac:chgData name="Mireia Isabel Ribera Turro" userId="6556bae6-df3e-4acf-aaf5-68c422a2c266" providerId="ADAL" clId="{11E1FD33-D423-465C-9FAD-D621F85E709B}" dt="2026-09-24T14:53:43.342" v="32" actId="26606"/>
          <ac:spMkLst>
            <pc:docMk/>
            <pc:sldMk cId="2961188049" sldId="257"/>
            <ac:spMk id="12" creationId="{4D4677D2-D5AC-4CF9-9EED-2B89D0A1C212}"/>
          </ac:spMkLst>
        </pc:spChg>
        <pc:spChg chg="add">
          <ac:chgData name="Mireia Isabel Ribera Turro" userId="6556bae6-df3e-4acf-aaf5-68c422a2c266" providerId="ADAL" clId="{11E1FD33-D423-465C-9FAD-D621F85E709B}" dt="2026-09-24T14:53:43.342" v="32" actId="26606"/>
          <ac:spMkLst>
            <pc:docMk/>
            <pc:sldMk cId="2961188049" sldId="257"/>
            <ac:spMk id="14" creationId="{AF695F69-7001-421E-98A8-E74156934A51}"/>
          </ac:spMkLst>
        </pc:spChg>
        <pc:picChg chg="add mod">
          <ac:chgData name="Mireia Isabel Ribera Turro" userId="6556bae6-df3e-4acf-aaf5-68c422a2c266" providerId="ADAL" clId="{11E1FD33-D423-465C-9FAD-D621F85E709B}" dt="2026-09-24T14:53:43.342" v="32" actId="26606"/>
          <ac:picMkLst>
            <pc:docMk/>
            <pc:sldMk cId="2961188049" sldId="257"/>
            <ac:picMk id="5" creationId="{F224005E-D6D0-F803-C986-D7C354C0973B}"/>
          </ac:picMkLst>
        </pc:picChg>
        <pc:picChg chg="add mod">
          <ac:chgData name="Mireia Isabel Ribera Turro" userId="6556bae6-df3e-4acf-aaf5-68c422a2c266" providerId="ADAL" clId="{11E1FD33-D423-465C-9FAD-D621F85E709B}" dt="2026-09-24T14:53:43.342" v="32" actId="26606"/>
          <ac:picMkLst>
            <pc:docMk/>
            <pc:sldMk cId="2961188049" sldId="257"/>
            <ac:picMk id="7" creationId="{421C6969-4EA3-C165-D8ED-EB986E25166B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F888CB-B35A-D423-BBEF-DB6911D0C7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528892E-BB89-4BF5-E9B6-18F58E192A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6289DF1-E90C-00EF-7763-2D66D8199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2C2BB-2945-4A39-8A67-788BDA38E4A0}" type="datetimeFigureOut">
              <a:rPr lang="es-ES" smtClean="0"/>
              <a:t>24/09/2026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EABA673-6037-9F53-BA57-728B51D303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C65C42B-4EA8-B55E-5C0E-378FAB7D8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72680-56BD-43FC-B966-5ABD6DB4DC9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757643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A915E5-81BB-58CD-7A7D-C44851C77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02F8EAB-8C56-46E9-5933-9D94BB3A43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7476C3D-5360-D2FA-B4D7-D30772D6D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2C2BB-2945-4A39-8A67-788BDA38E4A0}" type="datetimeFigureOut">
              <a:rPr lang="es-ES" smtClean="0"/>
              <a:t>24/09/2026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D1CDF76-7A5D-5C75-A670-16EAC6619C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EA1CEE2-C4D1-2ED6-1A34-8FC634BC5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72680-56BD-43FC-B966-5ABD6DB4DC9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965547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8B69C8-4420-E48F-B14D-029289D78E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D03CB6A-D1E9-CB74-AF02-85388E9E08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5018E5F-5D68-A550-131B-A478727E7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2C2BB-2945-4A39-8A67-788BDA38E4A0}" type="datetimeFigureOut">
              <a:rPr lang="es-ES" smtClean="0"/>
              <a:t>24/09/2026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48A694D-0452-DFB5-C8CF-AA3D9ED797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A4F2693-3A8B-4D95-E03C-5D0CE5B22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72680-56BD-43FC-B966-5ABD6DB4DC9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880018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19D1B6-64B8-1724-9E72-9A0FE096C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A300617-CCF4-B8C6-721E-3BCEF24195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896DCEF-5C85-DBE4-540C-2A6864864D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897DE18-CA23-D3FF-8CFD-562610E6B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2C2BB-2945-4A39-8A67-788BDA38E4A0}" type="datetimeFigureOut">
              <a:rPr lang="es-ES" smtClean="0"/>
              <a:t>24/09/2026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97322DF-AFB7-C718-E3F1-557FF7FFF6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7DCD0F3-C4E1-CAC6-6DC7-216C3ED2E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72680-56BD-43FC-B966-5ABD6DB4DC9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819063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5B180B-0FA6-2D06-EC6C-0CF131E32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66E5818-C288-6464-98FB-840FBF926D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EB5B797-5339-3DE8-9E2D-35B41C9E60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FA95085-DB8F-146B-EC1E-FAD7A24141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3489F80-6B38-413B-79CC-2EA21900C8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42B0FD32-69CB-5144-75CC-6E79A44580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2C2BB-2945-4A39-8A67-788BDA38E4A0}" type="datetimeFigureOut">
              <a:rPr lang="es-ES" smtClean="0"/>
              <a:t>24/09/2026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97A73D6D-E53D-3872-9E30-FCE93B2D7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1204C725-678C-D17F-F623-4FDDD8A87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72680-56BD-43FC-B966-5ABD6DB4DC9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035849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C4B0BB-62F7-913D-5D6E-42A430595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D336FAA-B6CE-5430-28A2-21D5F79341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2C2BB-2945-4A39-8A67-788BDA38E4A0}" type="datetimeFigureOut">
              <a:rPr lang="es-ES" smtClean="0"/>
              <a:t>24/09/2026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71823BF-5AF0-C33F-F5A2-6F7E00F92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6803FD4-13C0-F13A-4649-BB4D07536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72680-56BD-43FC-B966-5ABD6DB4DC9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655217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94809D7-2215-48FA-066D-FB8F8735D7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2C2BB-2945-4A39-8A67-788BDA38E4A0}" type="datetimeFigureOut">
              <a:rPr lang="es-ES" smtClean="0"/>
              <a:t>24/09/2026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6632E08-83DC-3A34-6217-1A3F7C21B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CD60301-6DDB-7A9F-4813-C85C01342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72680-56BD-43FC-B966-5ABD6DB4DC9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911526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E70BFC-9587-ED78-978F-E9A4EAADD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9A81C2C-CCE6-7161-685C-C37D6A88EC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52BF5B2-08EC-245E-C10E-93265675C2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226E374-689E-AA69-C956-DC5CDBC632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2C2BB-2945-4A39-8A67-788BDA38E4A0}" type="datetimeFigureOut">
              <a:rPr lang="es-ES" smtClean="0"/>
              <a:t>24/09/2026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527710B-EB9E-BB7B-E953-222A034686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8B17FFF-E226-A65E-BBA2-47693DF5A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72680-56BD-43FC-B966-5ABD6DB4DC9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861395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AC9A5A-0442-C94E-9A3F-9598BB8EF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48B87E9-E221-FC96-7F7D-08954273C0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35BF43F-8A95-C10C-BBD3-9855349F5E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EAC72FF-1D8C-C0E7-FDAC-C3E184ED4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2C2BB-2945-4A39-8A67-788BDA38E4A0}" type="datetimeFigureOut">
              <a:rPr lang="es-ES" smtClean="0"/>
              <a:t>24/09/2026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90603F3-506E-84C2-1B32-1F488757D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7B96DC0-0B73-0CA9-D589-299AE57ED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72680-56BD-43FC-B966-5ABD6DB4DC9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557077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6769F5-089C-3DDF-9C69-87763BBC4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474D197-5270-A064-F395-0129D81BAE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87430C8-9BA4-FF89-E410-5DC1AF080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2C2BB-2945-4A39-8A67-788BDA38E4A0}" type="datetimeFigureOut">
              <a:rPr lang="es-ES" smtClean="0"/>
              <a:t>24/09/2026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6A1B72A-3B4C-7E0B-3142-43C128000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401335C-2611-72AA-0792-C6F21F10D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72680-56BD-43FC-B966-5ABD6DB4DC9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102671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BB5FFED-ECB1-301C-DF2C-1CC132C778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D2889EE-F422-2939-065E-22A7889DF4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CA409B3-6F48-3E32-6BA3-8CECF758B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2C2BB-2945-4A39-8A67-788BDA38E4A0}" type="datetimeFigureOut">
              <a:rPr lang="es-ES" smtClean="0"/>
              <a:t>24/09/2026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EF584AF-6B53-6EB1-D8C8-819F7311D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86BEE3D-30EB-C3ED-F2EC-82DF46CF1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72680-56BD-43FC-B966-5ABD6DB4DC9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047289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2408F90-F658-65F2-7747-93A10F43F7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D7D7191-F0DC-1EC0-E354-48946C90D2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1B4B5B8-407E-156E-E3C5-5236B3E54F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E2C2BB-2945-4A39-8A67-788BDA38E4A0}" type="datetimeFigureOut">
              <a:rPr lang="es-ES" smtClean="0"/>
              <a:t>24/09/2026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F37A450-563A-5E6C-BE6D-BF7D1A8D70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65452C0-5A37-A1C6-E5E2-DBAAAE4458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A72680-56BD-43FC-B966-5ABD6DB4DC9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807898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73FEB679-D503-423B-AE23-EFC344A71D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6000" y="1854000"/>
            <a:ext cx="6840000" cy="861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a-ES" altLang="es-E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DengXian" panose="02010600030101010101" pitchFamily="2" charset="-122"/>
                <a:cs typeface="Arial" panose="020B0604020202020204" pitchFamily="34" charset="0"/>
              </a:rPr>
              <a:t>Grup d’Innovació Docent Adaptabit</a:t>
            </a:r>
            <a:endParaRPr kumimoji="0" lang="es-ES" altLang="es-E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5" name="Imagen 13">
            <a:extLst>
              <a:ext uri="{FF2B5EF4-FFF2-40B4-BE49-F238E27FC236}">
                <a16:creationId xmlns:a16="http://schemas.microsoft.com/office/drawing/2014/main" id="{89755896-7F1D-FE5D-825D-773B9D1B1C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030" b="30652"/>
          <a:stretch>
            <a:fillRect/>
          </a:stretch>
        </p:blipFill>
        <p:spPr bwMode="auto">
          <a:xfrm>
            <a:off x="4020616" y="2979000"/>
            <a:ext cx="4150769" cy="17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17090ABE-A8E2-91A8-ABF4-A372070100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5716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658918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4D4677D2-D5AC-4CF9-9EED-2B89D0A1C2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695F69-7001-421E-98A8-E74156934A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2DD55B3-61AC-378D-1099-F2A165725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818" y="5234320"/>
            <a:ext cx="6931319" cy="75221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El </a:t>
            </a:r>
            <a:r>
              <a:rPr lang="en-US" sz="3600" kern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grup</a:t>
            </a:r>
            <a:endParaRPr lang="en-US" sz="3600" kern="1200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Imatge 7" descr="Rubén Alcaraz Martínez">
            <a:extLst>
              <a:ext uri="{FF2B5EF4-FFF2-40B4-BE49-F238E27FC236}">
                <a16:creationId xmlns:a16="http://schemas.microsoft.com/office/drawing/2014/main" id="{F224005E-D6D0-F803-C986-D7C354C0973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06" r="10306"/>
          <a:stretch>
            <a:fillRect/>
          </a:stretch>
        </p:blipFill>
        <p:spPr>
          <a:xfrm>
            <a:off x="6096010" y="10"/>
            <a:ext cx="6095999" cy="6857990"/>
          </a:xfrm>
          <a:custGeom>
            <a:avLst/>
            <a:gdLst/>
            <a:ahLst/>
            <a:cxnLst/>
            <a:rect l="l" t="t" r="r" b="b"/>
            <a:pathLst>
              <a:path w="6095999" h="6858000">
                <a:moveTo>
                  <a:pt x="0" y="0"/>
                </a:moveTo>
                <a:lnTo>
                  <a:pt x="6095999" y="0"/>
                </a:lnTo>
                <a:lnTo>
                  <a:pt x="6095999" y="6858000"/>
                </a:lnTo>
                <a:lnTo>
                  <a:pt x="0" y="6858000"/>
                </a:lnTo>
                <a:lnTo>
                  <a:pt x="0" y="6857999"/>
                </a:lnTo>
                <a:lnTo>
                  <a:pt x="4220980" y="6857999"/>
                </a:lnTo>
                <a:lnTo>
                  <a:pt x="4213164" y="6851010"/>
                </a:lnTo>
                <a:cubicBezTo>
                  <a:pt x="4181666" y="6825777"/>
                  <a:pt x="4066661" y="6744343"/>
                  <a:pt x="4062999" y="6737842"/>
                </a:cubicBezTo>
                <a:cubicBezTo>
                  <a:pt x="4024279" y="6693220"/>
                  <a:pt x="4060463" y="6731339"/>
                  <a:pt x="3994350" y="6686435"/>
                </a:cubicBezTo>
                <a:cubicBezTo>
                  <a:pt x="3947033" y="6670674"/>
                  <a:pt x="3899856" y="6566625"/>
                  <a:pt x="3859426" y="6512643"/>
                </a:cubicBezTo>
                <a:cubicBezTo>
                  <a:pt x="3843619" y="6494605"/>
                  <a:pt x="3819111" y="6476220"/>
                  <a:pt x="3795266" y="6469055"/>
                </a:cubicBezTo>
                <a:cubicBezTo>
                  <a:pt x="3772240" y="6479507"/>
                  <a:pt x="3769424" y="6446115"/>
                  <a:pt x="3752228" y="6440526"/>
                </a:cubicBezTo>
                <a:cubicBezTo>
                  <a:pt x="3742060" y="6447641"/>
                  <a:pt x="3719048" y="6424775"/>
                  <a:pt x="3716355" y="6414007"/>
                </a:cubicBezTo>
                <a:cubicBezTo>
                  <a:pt x="3729286" y="6392352"/>
                  <a:pt x="3629924" y="6387100"/>
                  <a:pt x="3629916" y="6370687"/>
                </a:cubicBezTo>
                <a:cubicBezTo>
                  <a:pt x="3600280" y="6362353"/>
                  <a:pt x="3495200" y="6368444"/>
                  <a:pt x="3479034" y="6339494"/>
                </a:cubicBezTo>
                <a:cubicBezTo>
                  <a:pt x="3420435" y="6317314"/>
                  <a:pt x="3345614" y="6290932"/>
                  <a:pt x="3319627" y="6285893"/>
                </a:cubicBezTo>
                <a:cubicBezTo>
                  <a:pt x="3282294" y="6327705"/>
                  <a:pt x="3185936" y="6185255"/>
                  <a:pt x="3075494" y="6164273"/>
                </a:cubicBezTo>
                <a:cubicBezTo>
                  <a:pt x="3059427" y="6166243"/>
                  <a:pt x="3051440" y="6164859"/>
                  <a:pt x="3050019" y="6153683"/>
                </a:cubicBezTo>
                <a:cubicBezTo>
                  <a:pt x="3016030" y="6146243"/>
                  <a:pt x="2991340" y="6114870"/>
                  <a:pt x="2963636" y="6123708"/>
                </a:cubicBezTo>
                <a:cubicBezTo>
                  <a:pt x="2928425" y="6105855"/>
                  <a:pt x="2947049" y="6092097"/>
                  <a:pt x="2914912" y="6078439"/>
                </a:cubicBezTo>
                <a:lnTo>
                  <a:pt x="2770812" y="6041758"/>
                </a:lnTo>
                <a:cubicBezTo>
                  <a:pt x="2750466" y="6034724"/>
                  <a:pt x="2729222" y="6014032"/>
                  <a:pt x="2708585" y="6007728"/>
                </a:cubicBezTo>
                <a:lnTo>
                  <a:pt x="2687072" y="6003931"/>
                </a:lnTo>
                <a:lnTo>
                  <a:pt x="2674457" y="5991515"/>
                </a:lnTo>
                <a:cubicBezTo>
                  <a:pt x="2668773" y="5988707"/>
                  <a:pt x="2661696" y="5988167"/>
                  <a:pt x="2652298" y="5991525"/>
                </a:cubicBezTo>
                <a:cubicBezTo>
                  <a:pt x="2634345" y="5986939"/>
                  <a:pt x="2583809" y="5969299"/>
                  <a:pt x="2566743" y="5963996"/>
                </a:cubicBezTo>
                <a:lnTo>
                  <a:pt x="2549903" y="5959709"/>
                </a:lnTo>
                <a:lnTo>
                  <a:pt x="2542177" y="5951723"/>
                </a:lnTo>
                <a:cubicBezTo>
                  <a:pt x="2529898" y="5945994"/>
                  <a:pt x="2498812" y="5935402"/>
                  <a:pt x="2476225" y="5925338"/>
                </a:cubicBezTo>
                <a:cubicBezTo>
                  <a:pt x="2457810" y="5911056"/>
                  <a:pt x="2433846" y="5899348"/>
                  <a:pt x="2406656" y="5891344"/>
                </a:cubicBezTo>
                <a:cubicBezTo>
                  <a:pt x="2400991" y="5896275"/>
                  <a:pt x="2393612" y="5885783"/>
                  <a:pt x="2389160" y="5883030"/>
                </a:cubicBezTo>
                <a:cubicBezTo>
                  <a:pt x="2387458" y="5886701"/>
                  <a:pt x="2375233" y="5885881"/>
                  <a:pt x="2372540" y="5881920"/>
                </a:cubicBezTo>
                <a:cubicBezTo>
                  <a:pt x="2293168" y="5849488"/>
                  <a:pt x="2325743" y="5894734"/>
                  <a:pt x="2283811" y="5862541"/>
                </a:cubicBezTo>
                <a:cubicBezTo>
                  <a:pt x="2275730" y="5859531"/>
                  <a:pt x="2268484" y="5859925"/>
                  <a:pt x="2261759" y="5861764"/>
                </a:cubicBezTo>
                <a:lnTo>
                  <a:pt x="2219265" y="5849327"/>
                </a:lnTo>
                <a:cubicBezTo>
                  <a:pt x="2203078" y="5842651"/>
                  <a:pt x="2185672" y="5837119"/>
                  <a:pt x="2167456" y="5832891"/>
                </a:cubicBezTo>
                <a:cubicBezTo>
                  <a:pt x="2161387" y="5839963"/>
                  <a:pt x="2149583" y="5826532"/>
                  <a:pt x="2143288" y="5823218"/>
                </a:cubicBezTo>
                <a:cubicBezTo>
                  <a:pt x="2141966" y="5828274"/>
                  <a:pt x="2126227" y="5828196"/>
                  <a:pt x="2121889" y="5823116"/>
                </a:cubicBezTo>
                <a:cubicBezTo>
                  <a:pt x="2013448" y="5786297"/>
                  <a:pt x="2065303" y="5844161"/>
                  <a:pt x="2004548" y="5804552"/>
                </a:cubicBezTo>
                <a:cubicBezTo>
                  <a:pt x="1993575" y="5801194"/>
                  <a:pt x="1984449" y="5802325"/>
                  <a:pt x="1976317" y="5805346"/>
                </a:cubicBezTo>
                <a:lnTo>
                  <a:pt x="1960968" y="5813703"/>
                </a:lnTo>
                <a:lnTo>
                  <a:pt x="1951886" y="5808313"/>
                </a:lnTo>
                <a:cubicBezTo>
                  <a:pt x="1914205" y="5801767"/>
                  <a:pt x="1900427" y="5810657"/>
                  <a:pt x="1881129" y="5796205"/>
                </a:cubicBezTo>
                <a:cubicBezTo>
                  <a:pt x="1847467" y="5788576"/>
                  <a:pt x="1808824" y="5783942"/>
                  <a:pt x="1778393" y="5776687"/>
                </a:cubicBezTo>
                <a:cubicBezTo>
                  <a:pt x="1764338" y="5756704"/>
                  <a:pt x="1721542" y="5761928"/>
                  <a:pt x="1698544" y="5752677"/>
                </a:cubicBezTo>
                <a:cubicBezTo>
                  <a:pt x="1688689" y="5744367"/>
                  <a:pt x="1680710" y="5741898"/>
                  <a:pt x="1667763" y="5746936"/>
                </a:cubicBezTo>
                <a:cubicBezTo>
                  <a:pt x="1622782" y="5706970"/>
                  <a:pt x="1636232" y="5740258"/>
                  <a:pt x="1589890" y="5720079"/>
                </a:cubicBezTo>
                <a:cubicBezTo>
                  <a:pt x="1550522" y="5700408"/>
                  <a:pt x="1504390" y="5684235"/>
                  <a:pt x="1470745" y="5647268"/>
                </a:cubicBezTo>
                <a:cubicBezTo>
                  <a:pt x="1465307" y="5637473"/>
                  <a:pt x="1447590" y="5631171"/>
                  <a:pt x="1431171" y="5633192"/>
                </a:cubicBezTo>
                <a:cubicBezTo>
                  <a:pt x="1428344" y="5633540"/>
                  <a:pt x="1425665" y="5634127"/>
                  <a:pt x="1423215" y="5634934"/>
                </a:cubicBezTo>
                <a:cubicBezTo>
                  <a:pt x="1404063" y="5609561"/>
                  <a:pt x="1384477" y="5616951"/>
                  <a:pt x="1377158" y="5600720"/>
                </a:cubicBezTo>
                <a:cubicBezTo>
                  <a:pt x="1337416" y="5587406"/>
                  <a:pt x="1299119" y="5594952"/>
                  <a:pt x="1292001" y="5580595"/>
                </a:cubicBezTo>
                <a:cubicBezTo>
                  <a:pt x="1270404" y="5577445"/>
                  <a:pt x="1236263" y="5586393"/>
                  <a:pt x="1224877" y="5570207"/>
                </a:cubicBezTo>
                <a:cubicBezTo>
                  <a:pt x="1218892" y="5580643"/>
                  <a:pt x="1203320" y="5557444"/>
                  <a:pt x="1188481" y="5562311"/>
                </a:cubicBezTo>
                <a:cubicBezTo>
                  <a:pt x="1177571" y="5566931"/>
                  <a:pt x="1170302" y="5560971"/>
                  <a:pt x="1160620" y="5558862"/>
                </a:cubicBezTo>
                <a:cubicBezTo>
                  <a:pt x="1146504" y="5561577"/>
                  <a:pt x="1106544" y="5545833"/>
                  <a:pt x="1097113" y="5537725"/>
                </a:cubicBezTo>
                <a:cubicBezTo>
                  <a:pt x="1076260" y="5511528"/>
                  <a:pt x="1012618" y="5517876"/>
                  <a:pt x="994944" y="5497522"/>
                </a:cubicBezTo>
                <a:cubicBezTo>
                  <a:pt x="987638" y="5493756"/>
                  <a:pt x="980141" y="5491480"/>
                  <a:pt x="972567" y="5490138"/>
                </a:cubicBezTo>
                <a:lnTo>
                  <a:pt x="927036" y="5488921"/>
                </a:lnTo>
                <a:lnTo>
                  <a:pt x="905198" y="5488488"/>
                </a:lnTo>
                <a:cubicBezTo>
                  <a:pt x="920127" y="5466532"/>
                  <a:pt x="847550" y="5479119"/>
                  <a:pt x="871473" y="5463326"/>
                </a:cubicBezTo>
                <a:cubicBezTo>
                  <a:pt x="835241" y="5455796"/>
                  <a:pt x="824844" y="5441869"/>
                  <a:pt x="787335" y="5431076"/>
                </a:cubicBezTo>
                <a:lnTo>
                  <a:pt x="646418" y="5398569"/>
                </a:lnTo>
                <a:cubicBezTo>
                  <a:pt x="594533" y="5378172"/>
                  <a:pt x="569175" y="5376706"/>
                  <a:pt x="522316" y="5365133"/>
                </a:cubicBezTo>
                <a:cubicBezTo>
                  <a:pt x="485699" y="5316148"/>
                  <a:pt x="451396" y="5327743"/>
                  <a:pt x="425051" y="5295085"/>
                </a:cubicBezTo>
                <a:cubicBezTo>
                  <a:pt x="373115" y="5280721"/>
                  <a:pt x="376598" y="5265782"/>
                  <a:pt x="318461" y="5265657"/>
                </a:cubicBezTo>
                <a:lnTo>
                  <a:pt x="266536" y="5232252"/>
                </a:lnTo>
                <a:cubicBezTo>
                  <a:pt x="254867" y="5225616"/>
                  <a:pt x="251642" y="5227516"/>
                  <a:pt x="248444" y="5225838"/>
                </a:cubicBezTo>
                <a:lnTo>
                  <a:pt x="247345" y="5222181"/>
                </a:lnTo>
                <a:lnTo>
                  <a:pt x="237345" y="5217023"/>
                </a:lnTo>
                <a:lnTo>
                  <a:pt x="219603" y="5204977"/>
                </a:lnTo>
                <a:lnTo>
                  <a:pt x="214443" y="5204489"/>
                </a:lnTo>
                <a:lnTo>
                  <a:pt x="184816" y="5189073"/>
                </a:lnTo>
                <a:lnTo>
                  <a:pt x="183534" y="5189699"/>
                </a:lnTo>
                <a:cubicBezTo>
                  <a:pt x="179981" y="5190754"/>
                  <a:pt x="176085" y="5190869"/>
                  <a:pt x="171363" y="5189023"/>
                </a:cubicBezTo>
                <a:cubicBezTo>
                  <a:pt x="165797" y="5204157"/>
                  <a:pt x="163531" y="5192594"/>
                  <a:pt x="150096" y="5185813"/>
                </a:cubicBezTo>
                <a:lnTo>
                  <a:pt x="59253" y="5172817"/>
                </a:lnTo>
                <a:lnTo>
                  <a:pt x="52526" y="5170052"/>
                </a:lnTo>
                <a:lnTo>
                  <a:pt x="52188" y="5170183"/>
                </a:lnTo>
                <a:cubicBezTo>
                  <a:pt x="50293" y="5169980"/>
                  <a:pt x="47917" y="5169219"/>
                  <a:pt x="44687" y="5167637"/>
                </a:cubicBezTo>
                <a:lnTo>
                  <a:pt x="40261" y="5165012"/>
                </a:lnTo>
                <a:lnTo>
                  <a:pt x="27209" y="5159648"/>
                </a:lnTo>
                <a:lnTo>
                  <a:pt x="21368" y="5159036"/>
                </a:lnTo>
                <a:lnTo>
                  <a:pt x="0" y="5158850"/>
                </a:lnTo>
                <a:close/>
              </a:path>
            </a:pathLst>
          </a:custGeom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Imatge 6" descr="Mireia Ribera">
            <a:extLst>
              <a:ext uri="{FF2B5EF4-FFF2-40B4-BE49-F238E27FC236}">
                <a16:creationId xmlns:a16="http://schemas.microsoft.com/office/drawing/2014/main" id="{421C6969-4EA3-C165-D8ED-EB986E25166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" b="16383"/>
          <a:stretch>
            <a:fillRect/>
          </a:stretch>
        </p:blipFill>
        <p:spPr>
          <a:xfrm>
            <a:off x="-5388" y="10"/>
            <a:ext cx="6169518" cy="5158840"/>
          </a:xfrm>
          <a:custGeom>
            <a:avLst/>
            <a:gdLst/>
            <a:ahLst/>
            <a:cxnLst/>
            <a:rect l="l" t="t" r="r" b="b"/>
            <a:pathLst>
              <a:path w="6096000" h="5158850">
                <a:moveTo>
                  <a:pt x="0" y="0"/>
                </a:moveTo>
                <a:lnTo>
                  <a:pt x="6096000" y="0"/>
                </a:lnTo>
                <a:lnTo>
                  <a:pt x="6096000" y="5158850"/>
                </a:lnTo>
                <a:lnTo>
                  <a:pt x="5957305" y="5157644"/>
                </a:lnTo>
                <a:cubicBezTo>
                  <a:pt x="5920540" y="5151975"/>
                  <a:pt x="5887096" y="5153588"/>
                  <a:pt x="5857259" y="5143603"/>
                </a:cubicBezTo>
                <a:cubicBezTo>
                  <a:pt x="5843335" y="5146861"/>
                  <a:pt x="5830921" y="5147051"/>
                  <a:pt x="5821375" y="5137142"/>
                </a:cubicBezTo>
                <a:cubicBezTo>
                  <a:pt x="5786501" y="5134144"/>
                  <a:pt x="5775399" y="5144200"/>
                  <a:pt x="5755916" y="5131695"/>
                </a:cubicBezTo>
                <a:cubicBezTo>
                  <a:pt x="5732132" y="5146996"/>
                  <a:pt x="5732735" y="5139753"/>
                  <a:pt x="5725007" y="5132964"/>
                </a:cubicBezTo>
                <a:lnTo>
                  <a:pt x="5723810" y="5132374"/>
                </a:lnTo>
                <a:lnTo>
                  <a:pt x="5720531" y="5134578"/>
                </a:lnTo>
                <a:lnTo>
                  <a:pt x="5714795" y="5134902"/>
                </a:lnTo>
                <a:lnTo>
                  <a:pt x="5700142" y="5131655"/>
                </a:lnTo>
                <a:lnTo>
                  <a:pt x="5694799" y="5129754"/>
                </a:lnTo>
                <a:cubicBezTo>
                  <a:pt x="5691058" y="5128696"/>
                  <a:pt x="5688491" y="5128320"/>
                  <a:pt x="5686627" y="5128420"/>
                </a:cubicBezTo>
                <a:lnTo>
                  <a:pt x="5686371" y="5128603"/>
                </a:lnTo>
                <a:lnTo>
                  <a:pt x="5678819" y="5126929"/>
                </a:lnTo>
                <a:cubicBezTo>
                  <a:pt x="5666199" y="5123608"/>
                  <a:pt x="5654035" y="5119908"/>
                  <a:pt x="5642547" y="5116000"/>
                </a:cubicBezTo>
                <a:cubicBezTo>
                  <a:pt x="5629445" y="5126457"/>
                  <a:pt x="5588783" y="5104807"/>
                  <a:pt x="5587979" y="5128480"/>
                </a:cubicBezTo>
                <a:cubicBezTo>
                  <a:pt x="5572317" y="5123886"/>
                  <a:pt x="5564904" y="5112774"/>
                  <a:pt x="5566635" y="5128675"/>
                </a:cubicBezTo>
                <a:cubicBezTo>
                  <a:pt x="5561375" y="5127594"/>
                  <a:pt x="5557787" y="5128327"/>
                  <a:pt x="5554953" y="5129937"/>
                </a:cubicBezTo>
                <a:lnTo>
                  <a:pt x="5554039" y="5130763"/>
                </a:lnTo>
                <a:lnTo>
                  <a:pt x="5514254" y="5120517"/>
                </a:lnTo>
                <a:lnTo>
                  <a:pt x="5492156" y="5111382"/>
                </a:lnTo>
                <a:lnTo>
                  <a:pt x="5480446" y="5107855"/>
                </a:lnTo>
                <a:lnTo>
                  <a:pt x="5477744" y="5104402"/>
                </a:lnTo>
                <a:cubicBezTo>
                  <a:pt x="5474490" y="5102038"/>
                  <a:pt x="5469391" y="5100405"/>
                  <a:pt x="5460150" y="5100442"/>
                </a:cubicBezTo>
                <a:lnTo>
                  <a:pt x="5457901" y="5100914"/>
                </a:lnTo>
                <a:lnTo>
                  <a:pt x="5444243" y="5094201"/>
                </a:lnTo>
                <a:cubicBezTo>
                  <a:pt x="5439994" y="5091441"/>
                  <a:pt x="5436419" y="5088231"/>
                  <a:pt x="5433825" y="5084410"/>
                </a:cubicBezTo>
                <a:cubicBezTo>
                  <a:pt x="5379443" y="5093528"/>
                  <a:pt x="5336110" y="5069767"/>
                  <a:pt x="5280996" y="5063773"/>
                </a:cubicBezTo>
                <a:cubicBezTo>
                  <a:pt x="5250806" y="5055129"/>
                  <a:pt x="5168599" y="5059471"/>
                  <a:pt x="5161582" y="5030966"/>
                </a:cubicBezTo>
                <a:cubicBezTo>
                  <a:pt x="5121870" y="5022662"/>
                  <a:pt x="5095637" y="5020496"/>
                  <a:pt x="5042717" y="5013952"/>
                </a:cubicBezTo>
                <a:cubicBezTo>
                  <a:pt x="4991136" y="4983679"/>
                  <a:pt x="4902283" y="4990567"/>
                  <a:pt x="4840514" y="4970468"/>
                </a:cubicBezTo>
                <a:cubicBezTo>
                  <a:pt x="4799904" y="4987615"/>
                  <a:pt x="4824087" y="4969531"/>
                  <a:pt x="4786778" y="4967817"/>
                </a:cubicBezTo>
                <a:cubicBezTo>
                  <a:pt x="4801901" y="4948343"/>
                  <a:pt x="4739845" y="4972374"/>
                  <a:pt x="4743741" y="4948216"/>
                </a:cubicBezTo>
                <a:cubicBezTo>
                  <a:pt x="4736829" y="4948670"/>
                  <a:pt x="4730010" y="4949869"/>
                  <a:pt x="4723136" y="4951257"/>
                </a:cubicBezTo>
                <a:lnTo>
                  <a:pt x="4719535" y="4951970"/>
                </a:lnTo>
                <a:lnTo>
                  <a:pt x="4706143" y="4950704"/>
                </a:lnTo>
                <a:lnTo>
                  <a:pt x="4701098" y="4955500"/>
                </a:lnTo>
                <a:lnTo>
                  <a:pt x="4680034" y="4957289"/>
                </a:lnTo>
                <a:cubicBezTo>
                  <a:pt x="4672339" y="4957161"/>
                  <a:pt x="4664292" y="4956094"/>
                  <a:pt x="4655741" y="4953520"/>
                </a:cubicBezTo>
                <a:cubicBezTo>
                  <a:pt x="4636359" y="4940479"/>
                  <a:pt x="4599701" y="4946454"/>
                  <a:pt x="4569298" y="4940691"/>
                </a:cubicBezTo>
                <a:lnTo>
                  <a:pt x="4555978" y="4935439"/>
                </a:lnTo>
                <a:lnTo>
                  <a:pt x="4508950" y="4932725"/>
                </a:lnTo>
                <a:cubicBezTo>
                  <a:pt x="4495669" y="4931511"/>
                  <a:pt x="4482007" y="4929765"/>
                  <a:pt x="4467838" y="4927057"/>
                </a:cubicBezTo>
                <a:lnTo>
                  <a:pt x="4441949" y="4920349"/>
                </a:lnTo>
                <a:lnTo>
                  <a:pt x="4394719" y="4912853"/>
                </a:lnTo>
                <a:lnTo>
                  <a:pt x="4356810" y="4916186"/>
                </a:lnTo>
                <a:lnTo>
                  <a:pt x="4222145" y="4920166"/>
                </a:lnTo>
                <a:cubicBezTo>
                  <a:pt x="4202488" y="4924963"/>
                  <a:pt x="4184742" y="4944595"/>
                  <a:pt x="4160481" y="4934555"/>
                </a:cubicBezTo>
                <a:cubicBezTo>
                  <a:pt x="4165854" y="4945670"/>
                  <a:pt x="4131661" y="4931019"/>
                  <a:pt x="4124879" y="4940397"/>
                </a:cubicBezTo>
                <a:cubicBezTo>
                  <a:pt x="4120895" y="4948198"/>
                  <a:pt x="4109593" y="4945570"/>
                  <a:pt x="4100114" y="4947117"/>
                </a:cubicBezTo>
                <a:cubicBezTo>
                  <a:pt x="4091835" y="4954382"/>
                  <a:pt x="4045978" y="4954676"/>
                  <a:pt x="4030957" y="4950944"/>
                </a:cubicBezTo>
                <a:cubicBezTo>
                  <a:pt x="3989825" y="4935537"/>
                  <a:pt x="3946860" y="4963196"/>
                  <a:pt x="3913764" y="4951738"/>
                </a:cubicBezTo>
                <a:cubicBezTo>
                  <a:pt x="3904534" y="4951024"/>
                  <a:pt x="3896577" y="4951663"/>
                  <a:pt x="3889457" y="4953140"/>
                </a:cubicBezTo>
                <a:lnTo>
                  <a:pt x="3871115" y="4959252"/>
                </a:lnTo>
                <a:lnTo>
                  <a:pt x="3869086" y="4964946"/>
                </a:lnTo>
                <a:lnTo>
                  <a:pt x="3856124" y="4966504"/>
                </a:lnTo>
                <a:lnTo>
                  <a:pt x="3835967" y="4975175"/>
                </a:lnTo>
                <a:cubicBezTo>
                  <a:pt x="3826465" y="4950975"/>
                  <a:pt x="3782586" y="4987146"/>
                  <a:pt x="3785910" y="4965148"/>
                </a:cubicBezTo>
                <a:cubicBezTo>
                  <a:pt x="3750785" y="4971249"/>
                  <a:pt x="3699033" y="4952693"/>
                  <a:pt x="3671085" y="4977741"/>
                </a:cubicBezTo>
                <a:cubicBezTo>
                  <a:pt x="3621255" y="4982620"/>
                  <a:pt x="3562637" y="4994206"/>
                  <a:pt x="3486928" y="4994420"/>
                </a:cubicBezTo>
                <a:cubicBezTo>
                  <a:pt x="3446030" y="4994640"/>
                  <a:pt x="3343460" y="4976299"/>
                  <a:pt x="3280956" y="4975036"/>
                </a:cubicBezTo>
                <a:cubicBezTo>
                  <a:pt x="3227193" y="4980695"/>
                  <a:pt x="3256481" y="4973778"/>
                  <a:pt x="3211563" y="4993919"/>
                </a:cubicBezTo>
                <a:cubicBezTo>
                  <a:pt x="3207119" y="4990757"/>
                  <a:pt x="3170070" y="4988394"/>
                  <a:pt x="3164681" y="4986606"/>
                </a:cubicBezTo>
                <a:lnTo>
                  <a:pt x="3127171" y="4979411"/>
                </a:lnTo>
                <a:lnTo>
                  <a:pt x="3096889" y="4976795"/>
                </a:lnTo>
                <a:cubicBezTo>
                  <a:pt x="3088441" y="4978753"/>
                  <a:pt x="3082883" y="4978233"/>
                  <a:pt x="3078620" y="4976620"/>
                </a:cubicBezTo>
                <a:lnTo>
                  <a:pt x="3074275" y="4973840"/>
                </a:lnTo>
                <a:lnTo>
                  <a:pt x="3036436" y="4968613"/>
                </a:lnTo>
                <a:lnTo>
                  <a:pt x="3031995" y="4969990"/>
                </a:lnTo>
                <a:lnTo>
                  <a:pt x="2994028" y="4967956"/>
                </a:lnTo>
                <a:cubicBezTo>
                  <a:pt x="2992299" y="4970105"/>
                  <a:pt x="2989407" y="4971561"/>
                  <a:pt x="2984001" y="4971609"/>
                </a:cubicBezTo>
                <a:cubicBezTo>
                  <a:pt x="2994191" y="4986644"/>
                  <a:pt x="2981386" y="4977427"/>
                  <a:pt x="2964542" y="4976237"/>
                </a:cubicBezTo>
                <a:cubicBezTo>
                  <a:pt x="2976613" y="4999323"/>
                  <a:pt x="2927627" y="4986817"/>
                  <a:pt x="2921274" y="4999668"/>
                </a:cubicBezTo>
                <a:cubicBezTo>
                  <a:pt x="2908629" y="4998274"/>
                  <a:pt x="2895476" y="4997220"/>
                  <a:pt x="2882111" y="4996632"/>
                </a:cubicBezTo>
                <a:lnTo>
                  <a:pt x="2874282" y="4996582"/>
                </a:lnTo>
                <a:cubicBezTo>
                  <a:pt x="2874237" y="4996658"/>
                  <a:pt x="2874193" y="4996735"/>
                  <a:pt x="2874147" y="4996812"/>
                </a:cubicBezTo>
                <a:cubicBezTo>
                  <a:pt x="2872492" y="4997296"/>
                  <a:pt x="2869935" y="4997466"/>
                  <a:pt x="2865932" y="4997221"/>
                </a:cubicBezTo>
                <a:lnTo>
                  <a:pt x="2860008" y="4996489"/>
                </a:lnTo>
                <a:lnTo>
                  <a:pt x="2844819" y="4996392"/>
                </a:lnTo>
                <a:lnTo>
                  <a:pt x="2839735" y="4997900"/>
                </a:lnTo>
                <a:lnTo>
                  <a:pt x="2837922" y="5000718"/>
                </a:lnTo>
                <a:lnTo>
                  <a:pt x="2836507" y="5000394"/>
                </a:lnTo>
                <a:cubicBezTo>
                  <a:pt x="2825749" y="4995427"/>
                  <a:pt x="2822382" y="4988291"/>
                  <a:pt x="2808859" y="5008050"/>
                </a:cubicBezTo>
                <a:cubicBezTo>
                  <a:pt x="2784233" y="4999995"/>
                  <a:pt x="2779499" y="5012041"/>
                  <a:pt x="2745907" y="5016391"/>
                </a:cubicBezTo>
                <a:cubicBezTo>
                  <a:pt x="2731796" y="5008784"/>
                  <a:pt x="2720518" y="5011549"/>
                  <a:pt x="2709519" y="5017601"/>
                </a:cubicBezTo>
                <a:cubicBezTo>
                  <a:pt x="2676766" y="5014138"/>
                  <a:pt x="2646981" y="5022656"/>
                  <a:pt x="2610212" y="5024813"/>
                </a:cubicBezTo>
                <a:cubicBezTo>
                  <a:pt x="2570359" y="5014992"/>
                  <a:pt x="2550109" y="5032793"/>
                  <a:pt x="2510814" y="5035020"/>
                </a:cubicBezTo>
                <a:cubicBezTo>
                  <a:pt x="2476639" y="5017991"/>
                  <a:pt x="2482834" y="5049980"/>
                  <a:pt x="2462736" y="5056754"/>
                </a:cubicBezTo>
                <a:lnTo>
                  <a:pt x="2457050" y="5057379"/>
                </a:lnTo>
                <a:lnTo>
                  <a:pt x="2442184" y="5054901"/>
                </a:lnTo>
                <a:lnTo>
                  <a:pt x="2436703" y="5053277"/>
                </a:lnTo>
                <a:cubicBezTo>
                  <a:pt x="2432888" y="5052418"/>
                  <a:pt x="2430299" y="5052175"/>
                  <a:pt x="2428451" y="5052373"/>
                </a:cubicBezTo>
                <a:lnTo>
                  <a:pt x="2420551" y="5051292"/>
                </a:lnTo>
                <a:cubicBezTo>
                  <a:pt x="2407700" y="5048633"/>
                  <a:pt x="2395274" y="5045570"/>
                  <a:pt x="2383501" y="5042264"/>
                </a:cubicBezTo>
                <a:cubicBezTo>
                  <a:pt x="2362992" y="5043848"/>
                  <a:pt x="2317884" y="5059023"/>
                  <a:pt x="2297493" y="5060796"/>
                </a:cubicBezTo>
                <a:lnTo>
                  <a:pt x="2261156" y="5052905"/>
                </a:lnTo>
                <a:lnTo>
                  <a:pt x="2200581" y="5036274"/>
                </a:lnTo>
                <a:lnTo>
                  <a:pt x="2198380" y="5036861"/>
                </a:lnTo>
                <a:lnTo>
                  <a:pt x="2116066" y="5030866"/>
                </a:lnTo>
                <a:cubicBezTo>
                  <a:pt x="2111600" y="5028328"/>
                  <a:pt x="2059664" y="5017338"/>
                  <a:pt x="2056754" y="5013653"/>
                </a:cubicBezTo>
                <a:cubicBezTo>
                  <a:pt x="2003393" y="5025622"/>
                  <a:pt x="1998298" y="5020073"/>
                  <a:pt x="1942916" y="5016969"/>
                </a:cubicBezTo>
                <a:cubicBezTo>
                  <a:pt x="1882138" y="5005950"/>
                  <a:pt x="1836966" y="4987831"/>
                  <a:pt x="1796717" y="4981610"/>
                </a:cubicBezTo>
                <a:cubicBezTo>
                  <a:pt x="1724075" y="4970499"/>
                  <a:pt x="1636218" y="4947449"/>
                  <a:pt x="1583222" y="4942334"/>
                </a:cubicBezTo>
                <a:cubicBezTo>
                  <a:pt x="1544265" y="4961611"/>
                  <a:pt x="1556109" y="4938719"/>
                  <a:pt x="1518821" y="4938963"/>
                </a:cubicBezTo>
                <a:cubicBezTo>
                  <a:pt x="1497291" y="4936197"/>
                  <a:pt x="1483221" y="4927794"/>
                  <a:pt x="1471837" y="4925740"/>
                </a:cubicBezTo>
                <a:lnTo>
                  <a:pt x="1450515" y="4926642"/>
                </a:lnTo>
                <a:lnTo>
                  <a:pt x="1437078" y="4926078"/>
                </a:lnTo>
                <a:lnTo>
                  <a:pt x="1432462" y="4931139"/>
                </a:lnTo>
                <a:lnTo>
                  <a:pt x="1411645" y="4934032"/>
                </a:lnTo>
                <a:cubicBezTo>
                  <a:pt x="1384856" y="4931153"/>
                  <a:pt x="1306656" y="4918434"/>
                  <a:pt x="1271729" y="4913863"/>
                </a:cubicBezTo>
                <a:cubicBezTo>
                  <a:pt x="1258697" y="4907976"/>
                  <a:pt x="1213546" y="4901042"/>
                  <a:pt x="1202076" y="4906608"/>
                </a:cubicBezTo>
                <a:cubicBezTo>
                  <a:pt x="1192059" y="4906580"/>
                  <a:pt x="1182171" y="4902320"/>
                  <a:pt x="1174670" y="4909064"/>
                </a:cubicBezTo>
                <a:cubicBezTo>
                  <a:pt x="1163701" y="4916862"/>
                  <a:pt x="1136874" y="4897641"/>
                  <a:pt x="1137035" y="4908989"/>
                </a:cubicBezTo>
                <a:cubicBezTo>
                  <a:pt x="1117838" y="4895687"/>
                  <a:pt x="1091386" y="4911450"/>
                  <a:pt x="1069882" y="4912892"/>
                </a:cubicBezTo>
                <a:cubicBezTo>
                  <a:pt x="1055589" y="4900472"/>
                  <a:pt x="1024570" y="4915744"/>
                  <a:pt x="980935" y="4911119"/>
                </a:cubicBezTo>
                <a:cubicBezTo>
                  <a:pt x="947614" y="4906556"/>
                  <a:pt x="913224" y="4897403"/>
                  <a:pt x="869960" y="4885518"/>
                </a:cubicBezTo>
                <a:cubicBezTo>
                  <a:pt x="819114" y="4856727"/>
                  <a:pt x="768074" y="4850663"/>
                  <a:pt x="721345" y="4839806"/>
                </a:cubicBezTo>
                <a:cubicBezTo>
                  <a:pt x="667944" y="4829906"/>
                  <a:pt x="698286" y="4859338"/>
                  <a:pt x="635428" y="4830000"/>
                </a:cubicBezTo>
                <a:cubicBezTo>
                  <a:pt x="626286" y="4837571"/>
                  <a:pt x="617638" y="4836842"/>
                  <a:pt x="604106" y="4830842"/>
                </a:cubicBezTo>
                <a:cubicBezTo>
                  <a:pt x="583276" y="4833091"/>
                  <a:pt x="539859" y="4845979"/>
                  <a:pt x="510451" y="4843485"/>
                </a:cubicBezTo>
                <a:cubicBezTo>
                  <a:pt x="489781" y="4840800"/>
                  <a:pt x="443867" y="4818678"/>
                  <a:pt x="427656" y="4815877"/>
                </a:cubicBezTo>
                <a:cubicBezTo>
                  <a:pt x="424088" y="4817297"/>
                  <a:pt x="419580" y="4820561"/>
                  <a:pt x="413184" y="4826676"/>
                </a:cubicBezTo>
                <a:cubicBezTo>
                  <a:pt x="387673" y="4816699"/>
                  <a:pt x="379855" y="4828170"/>
                  <a:pt x="341772" y="4829671"/>
                </a:cubicBezTo>
                <a:cubicBezTo>
                  <a:pt x="327795" y="4821005"/>
                  <a:pt x="314729" y="4822794"/>
                  <a:pt x="301266" y="4827842"/>
                </a:cubicBezTo>
                <a:cubicBezTo>
                  <a:pt x="265781" y="4821714"/>
                  <a:pt x="231017" y="4827635"/>
                  <a:pt x="189886" y="4826710"/>
                </a:cubicBezTo>
                <a:cubicBezTo>
                  <a:pt x="147910" y="4813727"/>
                  <a:pt x="121702" y="4829584"/>
                  <a:pt x="77762" y="4828518"/>
                </a:cubicBezTo>
                <a:cubicBezTo>
                  <a:pt x="38733" y="4806108"/>
                  <a:pt x="44308" y="4851138"/>
                  <a:pt x="8164" y="4846203"/>
                </a:cubicBezTo>
                <a:lnTo>
                  <a:pt x="0" y="4843648"/>
                </a:lnTo>
                <a:lnTo>
                  <a:pt x="0" y="4080681"/>
                </a:lnTo>
                <a:close/>
              </a:path>
            </a:pathLst>
          </a:custGeom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2961188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6</Words>
  <Application>Microsoft Office PowerPoint</Application>
  <PresentationFormat>Panorámica</PresentationFormat>
  <Paragraphs>2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Tema de Office</vt:lpstr>
      <vt:lpstr>Presentación de PowerPoint</vt:lpstr>
      <vt:lpstr>El grup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Mireia Isabel Ribera Turro</dc:creator>
  <cp:lastModifiedBy>Mireia Isabel Ribera Turro</cp:lastModifiedBy>
  <cp:revision>1</cp:revision>
  <dcterms:created xsi:type="dcterms:W3CDTF">2026-09-24T14:48:13Z</dcterms:created>
  <dcterms:modified xsi:type="dcterms:W3CDTF">2026-09-24T14:55:16Z</dcterms:modified>
</cp:coreProperties>
</file>