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BF65F1-3A35-4D64-8222-E1638D92850C}" v="36" dt="2026-09-25T13:01:26.900"/>
    <p1510:client id="{1990FA96-A549-447C-B597-79FBF4870289}" v="11" dt="2026-09-24T14:55:07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>
      <p:cViewPr varScale="1">
        <p:scale>
          <a:sx n="42" d="100"/>
          <a:sy n="42" d="100"/>
        </p:scale>
        <p:origin x="16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eia Isabel Ribera Turro" userId="6556bae6-df3e-4acf-aaf5-68c422a2c266" providerId="ADAL" clId="{11E1FD33-D423-465C-9FAD-D621F85E709B}"/>
    <pc:docChg chg="custSel addSld delSld modSld">
      <pc:chgData name="Mireia Isabel Ribera Turro" userId="6556bae6-df3e-4acf-aaf5-68c422a2c266" providerId="ADAL" clId="{11E1FD33-D423-465C-9FAD-D621F85E709B}" dt="2026-09-25T13:00:51.487" v="81" actId="478"/>
      <pc:docMkLst>
        <pc:docMk/>
      </pc:docMkLst>
      <pc:sldChg chg="addSp delSp modSp new del mod">
        <pc:chgData name="Mireia Isabel Ribera Turro" userId="6556bae6-df3e-4acf-aaf5-68c422a2c266" providerId="ADAL" clId="{11E1FD33-D423-465C-9FAD-D621F85E709B}" dt="2026-09-25T12:56:06.436" v="41" actId="47"/>
        <pc:sldMkLst>
          <pc:docMk/>
          <pc:sldMk cId="2265891841" sldId="256"/>
        </pc:sldMkLst>
        <pc:spChg chg="del">
          <ac:chgData name="Mireia Isabel Ribera Turro" userId="6556bae6-df3e-4acf-aaf5-68c422a2c266" providerId="ADAL" clId="{11E1FD33-D423-465C-9FAD-D621F85E709B}" dt="2026-09-24T14:48:38.184" v="2" actId="478"/>
          <ac:spMkLst>
            <pc:docMk/>
            <pc:sldMk cId="2265891841" sldId="256"/>
            <ac:spMk id="2" creationId="{EF2EFA20-EC69-5C84-A81A-2DD34A27C5DA}"/>
          </ac:spMkLst>
        </pc:spChg>
        <pc:spChg chg="del">
          <ac:chgData name="Mireia Isabel Ribera Turro" userId="6556bae6-df3e-4acf-aaf5-68c422a2c266" providerId="ADAL" clId="{11E1FD33-D423-465C-9FAD-D621F85E709B}" dt="2026-09-24T14:48:41.674" v="3" actId="478"/>
          <ac:spMkLst>
            <pc:docMk/>
            <pc:sldMk cId="2265891841" sldId="256"/>
            <ac:spMk id="3" creationId="{DFF74293-45BE-3FB7-A7DC-767966EB2EAF}"/>
          </ac:spMkLst>
        </pc:spChg>
        <pc:spChg chg="add mod">
          <ac:chgData name="Mireia Isabel Ribera Turro" userId="6556bae6-df3e-4acf-aaf5-68c422a2c266" providerId="ADAL" clId="{11E1FD33-D423-465C-9FAD-D621F85E709B}" dt="2026-09-24T14:51:36.381" v="16" actId="12788"/>
          <ac:spMkLst>
            <pc:docMk/>
            <pc:sldMk cId="2265891841" sldId="256"/>
            <ac:spMk id="4" creationId="{73FEB679-D503-423B-AE23-EFC344A71DA8}"/>
          </ac:spMkLst>
        </pc:spChg>
        <pc:spChg chg="add">
          <ac:chgData name="Mireia Isabel Ribera Turro" userId="6556bae6-df3e-4acf-aaf5-68c422a2c266" providerId="ADAL" clId="{11E1FD33-D423-465C-9FAD-D621F85E709B}" dt="2026-09-24T14:48:29.358" v="1"/>
          <ac:spMkLst>
            <pc:docMk/>
            <pc:sldMk cId="2265891841" sldId="256"/>
            <ac:spMk id="5" creationId="{17090ABE-A8E2-91A8-ABF4-A372070100EC}"/>
          </ac:spMkLst>
        </pc:spChg>
        <pc:picChg chg="add mod">
          <ac:chgData name="Mireia Isabel Ribera Turro" userId="6556bae6-df3e-4acf-aaf5-68c422a2c266" providerId="ADAL" clId="{11E1FD33-D423-465C-9FAD-D621F85E709B}" dt="2026-09-24T14:51:46.638" v="17" actId="12788"/>
          <ac:picMkLst>
            <pc:docMk/>
            <pc:sldMk cId="2265891841" sldId="256"/>
            <ac:picMk id="1025" creationId="{89755896-7F1D-FE5D-825D-773B9D1B1CFB}"/>
          </ac:picMkLst>
        </pc:picChg>
      </pc:sldChg>
      <pc:sldChg chg="addSp delSp modSp new mod setBg addAnim">
        <pc:chgData name="Mireia Isabel Ribera Turro" userId="6556bae6-df3e-4acf-aaf5-68c422a2c266" providerId="ADAL" clId="{11E1FD33-D423-465C-9FAD-D621F85E709B}" dt="2026-09-25T13:00:51.487" v="81" actId="478"/>
        <pc:sldMkLst>
          <pc:docMk/>
          <pc:sldMk cId="2961188049" sldId="257"/>
        </pc:sldMkLst>
        <pc:spChg chg="mod ord">
          <ac:chgData name="Mireia Isabel Ribera Turro" userId="6556bae6-df3e-4acf-aaf5-68c422a2c266" providerId="ADAL" clId="{11E1FD33-D423-465C-9FAD-D621F85E709B}" dt="2026-09-25T12:59:12.628" v="79" actId="790"/>
          <ac:spMkLst>
            <pc:docMk/>
            <pc:sldMk cId="2961188049" sldId="257"/>
            <ac:spMk id="2" creationId="{72DD55B3-61AC-378D-1099-F2A165725A92}"/>
          </ac:spMkLst>
        </pc:spChg>
        <pc:spChg chg="del">
          <ac:chgData name="Mireia Isabel Ribera Turro" userId="6556bae6-df3e-4acf-aaf5-68c422a2c266" providerId="ADAL" clId="{11E1FD33-D423-465C-9FAD-D621F85E709B}" dt="2026-09-24T14:53:29.950" v="30" actId="478"/>
          <ac:spMkLst>
            <pc:docMk/>
            <pc:sldMk cId="2961188049" sldId="257"/>
            <ac:spMk id="3" creationId="{DE6F750B-015D-EF86-10A5-3EBBF5173158}"/>
          </ac:spMkLst>
        </pc:spChg>
        <pc:spChg chg="add del">
          <ac:chgData name="Mireia Isabel Ribera Turro" userId="6556bae6-df3e-4acf-aaf5-68c422a2c266" providerId="ADAL" clId="{11E1FD33-D423-465C-9FAD-D621F85E709B}" dt="2026-09-25T13:00:49.872" v="80" actId="478"/>
          <ac:spMkLst>
            <pc:docMk/>
            <pc:sldMk cId="2961188049" sldId="257"/>
            <ac:spMk id="12" creationId="{4D4677D2-D5AC-4CF9-9EED-2B89D0A1C212}"/>
          </ac:spMkLst>
        </pc:spChg>
        <pc:spChg chg="add del">
          <ac:chgData name="Mireia Isabel Ribera Turro" userId="6556bae6-df3e-4acf-aaf5-68c422a2c266" providerId="ADAL" clId="{11E1FD33-D423-465C-9FAD-D621F85E709B}" dt="2026-09-25T13:00:51.487" v="81" actId="478"/>
          <ac:spMkLst>
            <pc:docMk/>
            <pc:sldMk cId="2961188049" sldId="257"/>
            <ac:spMk id="14" creationId="{AF695F69-7001-421E-98A8-E74156934A51}"/>
          </ac:spMkLst>
        </pc:spChg>
        <pc:picChg chg="add mod modCrop">
          <ac:chgData name="Mireia Isabel Ribera Turro" userId="6556bae6-df3e-4acf-aaf5-68c422a2c266" providerId="ADAL" clId="{11E1FD33-D423-465C-9FAD-D621F85E709B}" dt="2026-09-25T12:58:01.207" v="50" actId="732"/>
          <ac:picMkLst>
            <pc:docMk/>
            <pc:sldMk cId="2961188049" sldId="257"/>
            <ac:picMk id="5" creationId="{F224005E-D6D0-F803-C986-D7C354C0973B}"/>
          </ac:picMkLst>
        </pc:picChg>
        <pc:picChg chg="add mod">
          <ac:chgData name="Mireia Isabel Ribera Turro" userId="6556bae6-df3e-4acf-aaf5-68c422a2c266" providerId="ADAL" clId="{11E1FD33-D423-465C-9FAD-D621F85E709B}" dt="2026-09-25T12:57:13.671" v="46" actId="1440"/>
          <ac:picMkLst>
            <pc:docMk/>
            <pc:sldMk cId="2961188049" sldId="257"/>
            <ac:picMk id="7" creationId="{421C6969-4EA3-C165-D8ED-EB986E25166B}"/>
          </ac:picMkLst>
        </pc:picChg>
      </pc:sldChg>
      <pc:sldChg chg="addSp delSp modSp new mod">
        <pc:chgData name="Mireia Isabel Ribera Turro" userId="6556bae6-df3e-4acf-aaf5-68c422a2c266" providerId="ADAL" clId="{11E1FD33-D423-465C-9FAD-D621F85E709B}" dt="2026-09-25T12:55:58.360" v="40" actId="12788"/>
        <pc:sldMkLst>
          <pc:docMk/>
          <pc:sldMk cId="3031567330" sldId="258"/>
        </pc:sldMkLst>
        <pc:spChg chg="mod">
          <ac:chgData name="Mireia Isabel Ribera Turro" userId="6556bae6-df3e-4acf-aaf5-68c422a2c266" providerId="ADAL" clId="{11E1FD33-D423-465C-9FAD-D621F85E709B}" dt="2026-09-25T12:55:58.360" v="40" actId="12788"/>
          <ac:spMkLst>
            <pc:docMk/>
            <pc:sldMk cId="3031567330" sldId="258"/>
            <ac:spMk id="2" creationId="{EE1564D1-E5C2-D871-EC2E-8143B4EEDF60}"/>
          </ac:spMkLst>
        </pc:spChg>
        <pc:spChg chg="del">
          <ac:chgData name="Mireia Isabel Ribera Turro" userId="6556bae6-df3e-4acf-aaf5-68c422a2c266" providerId="ADAL" clId="{11E1FD33-D423-465C-9FAD-D621F85E709B}" dt="2026-09-25T12:55:47.965" v="38" actId="22"/>
          <ac:spMkLst>
            <pc:docMk/>
            <pc:sldMk cId="3031567330" sldId="258"/>
            <ac:spMk id="3" creationId="{35677AFC-9563-94F9-789C-075ED2F4B0E3}"/>
          </ac:spMkLst>
        </pc:spChg>
        <pc:picChg chg="add mod">
          <ac:chgData name="Mireia Isabel Ribera Turro" userId="6556bae6-df3e-4acf-aaf5-68c422a2c266" providerId="ADAL" clId="{11E1FD33-D423-465C-9FAD-D621F85E709B}" dt="2026-09-25T12:55:58.360" v="40" actId="12788"/>
          <ac:picMkLst>
            <pc:docMk/>
            <pc:sldMk cId="3031567330" sldId="258"/>
            <ac:picMk id="5" creationId="{E1C9C959-E521-B0DE-7F27-C56DC13DAA0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888CB-B35A-D423-BBEF-DB6911D0C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28892E-BB89-4BF5-E9B6-18F58E192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289DF1-E90C-00EF-7763-2D66D8199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ABA673-6037-9F53-BA57-728B51D3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65C42B-4EA8-B55E-5C0E-378FAB7D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576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915E5-81BB-58CD-7A7D-C44851C7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2F8EAB-8C56-46E9-5933-9D94BB3A4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476C3D-5360-D2FA-B4D7-D30772D6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1CDF76-7A5D-5C75-A670-16EAC6619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A1CEE2-C4D1-2ED6-1A34-8FC634BC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655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B69C8-4420-E48F-B14D-029289D78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03CB6A-D1E9-CB74-AF02-85388E9E0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018E5F-5D68-A550-131B-A478727E7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8A694D-0452-DFB5-C8CF-AA3D9ED79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4F2693-3A8B-4D95-E03C-5D0CE5B2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800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9D1B6-64B8-1724-9E72-9A0FE096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00617-CCF4-B8C6-721E-3BCEF2419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96DCEF-5C85-DBE4-540C-2A6864864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97DE18-CA23-D3FF-8CFD-562610E6B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7322DF-AFB7-C718-E3F1-557FF7FFF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DCD0F3-C4E1-CAC6-6DC7-216C3ED2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1906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B180B-0FA6-2D06-EC6C-0CF131E32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6E5818-C288-6464-98FB-840FBF926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B5B797-5339-3DE8-9E2D-35B41C9E6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A95085-DB8F-146B-EC1E-FAD7A2414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89F80-6B38-413B-79CC-2EA21900C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2B0FD32-69CB-5144-75CC-6E79A445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A73D6D-E53D-3872-9E30-FCE93B2D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04C725-678C-D17F-F623-4FDDD8A87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358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4B0BB-62F7-913D-5D6E-42A430595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336FAA-B6CE-5430-28A2-21D5F7934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1823BF-5AF0-C33F-F5A2-6F7E00F9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803FD4-13C0-F13A-4649-BB4D0753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5521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94809D7-2215-48FA-066D-FB8F8735D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632E08-83DC-3A34-6217-1A3F7C21B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D60301-6DDB-7A9F-4813-C85C0134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115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70BFC-9587-ED78-978F-E9A4EAAD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A81C2C-CCE6-7161-685C-C37D6A88E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2BF5B2-08EC-245E-C10E-93265675C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26E374-689E-AA69-C956-DC5CDBC63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27710B-EB9E-BB7B-E953-222A03468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B17FFF-E226-A65E-BBA2-47693DF5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139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C9A5A-0442-C94E-9A3F-9598BB8E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8B87E9-E221-FC96-7F7D-08954273C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5BF43F-8A95-C10C-BBD3-9855349F5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AC72FF-1D8C-C0E7-FDAC-C3E184ED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0603F3-506E-84C2-1B32-1F488757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B96DC0-0B73-0CA9-D589-299AE57E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70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769F5-089C-3DDF-9C69-87763BBC4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74D197-5270-A064-F395-0129D81BA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7430C8-9BA4-FF89-E410-5DC1AF08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A1B72A-3B4C-7E0B-3142-43C128000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01335C-2611-72AA-0792-C6F21F10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0267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B5FFED-ECB1-301C-DF2C-1CC132C77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2889EE-F422-2939-065E-22A7889DF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409B3-6F48-3E32-6BA3-8CECF758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F584AF-6B53-6EB1-D8C8-819F7311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6BEE3D-30EB-C3ED-F2EC-82DF46CF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472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408F90-F658-65F2-7747-93A10F43F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7D7191-F0DC-1EC0-E354-48946C90D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B4B5B8-407E-156E-E3C5-5236B3E54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2C2BB-2945-4A39-8A67-788BDA38E4A0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37A450-563A-5E6C-BE6D-BF7D1A8D7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5452C0-5A37-A1C6-E5E2-DBAAAE445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72680-56BD-43FC-B966-5ABD6DB4DC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078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564D1-E5C2-D871-EC2E-8143B4EED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ca-ES" altLang="es-ES" b="1" dirty="0"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Grup d’Innovació Docent Adaptabit</a:t>
            </a:r>
            <a:endParaRPr lang="es-ES" dirty="0"/>
          </a:p>
        </p:txBody>
      </p:sp>
      <p:pic>
        <p:nvPicPr>
          <p:cNvPr id="5" name="Imagen 13">
            <a:extLst>
              <a:ext uri="{FF2B5EF4-FFF2-40B4-BE49-F238E27FC236}">
                <a16:creationId xmlns:a16="http://schemas.microsoft.com/office/drawing/2014/main" id="{E1C9C959-E521-B0DE-7F27-C56DC13DAA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0" b="30652"/>
          <a:stretch>
            <a:fillRect/>
          </a:stretch>
        </p:blipFill>
        <p:spPr bwMode="auto">
          <a:xfrm>
            <a:off x="3253373" y="2214000"/>
            <a:ext cx="5685255" cy="234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567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D55B3-61AC-378D-1099-F2A165725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84000"/>
            <a:ext cx="12192000" cy="167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ca-ES" sz="6000" kern="12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Alguns membres del grup</a:t>
            </a:r>
          </a:p>
        </p:txBody>
      </p:sp>
      <p:pic>
        <p:nvPicPr>
          <p:cNvPr id="5" name="Imatge 7" descr="Rubén Alcaraz Martínez">
            <a:extLst>
              <a:ext uri="{FF2B5EF4-FFF2-40B4-BE49-F238E27FC236}">
                <a16:creationId xmlns:a16="http://schemas.microsoft.com/office/drawing/2014/main" id="{F224005E-D6D0-F803-C986-D7C354C09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6" r="10306" b="24317"/>
          <a:stretch>
            <a:fillRect/>
          </a:stretch>
        </p:blipFill>
        <p:spPr>
          <a:xfrm>
            <a:off x="0" y="-1130"/>
            <a:ext cx="6095999" cy="5190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tge 6" descr="Mireia Ribera">
            <a:extLst>
              <a:ext uri="{FF2B5EF4-FFF2-40B4-BE49-F238E27FC236}">
                <a16:creationId xmlns:a16="http://schemas.microsoft.com/office/drawing/2014/main" id="{421C6969-4EA3-C165-D8ED-EB986E251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6383"/>
          <a:stretch>
            <a:fillRect/>
          </a:stretch>
        </p:blipFill>
        <p:spPr>
          <a:xfrm>
            <a:off x="6031845" y="0"/>
            <a:ext cx="6169518" cy="5158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118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Grup d’Innovació Docent Adaptabit</vt:lpstr>
      <vt:lpstr>Alguns membres del grup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grup adaptabit</dc:title>
  <dc:creator>Mireia Ribera</dc:creator>
  <cp:lastModifiedBy>Mireia Isabel Ribera Turro</cp:lastModifiedBy>
  <cp:revision>1</cp:revision>
  <dcterms:created xsi:type="dcterms:W3CDTF">2026-09-24T14:48:13Z</dcterms:created>
  <dcterms:modified xsi:type="dcterms:W3CDTF">2026-09-25T13:01:29Z</dcterms:modified>
</cp:coreProperties>
</file>